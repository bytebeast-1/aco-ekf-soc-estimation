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</a:t>
            </a:r>
            <a:r>
              <a:rPr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86200"/>
            <a:ext cx="7936992" cy="2240280"/>
          </a:xfrm>
        </p:spPr>
        <p:txBody>
          <a:bodyPr>
            <a:normAutofit fontScale="55000" lnSpcReduction="20000"/>
          </a:bodyPr>
          <a:lstStyle/>
          <a:p>
            <a:endParaRPr dirty="0"/>
          </a:p>
          <a:p>
            <a:r>
              <a:rPr dirty="0"/>
              <a:t>Student Details:</a:t>
            </a:r>
          </a:p>
          <a:p>
            <a:r>
              <a:rPr dirty="0"/>
              <a:t>1. Name – Reg No.</a:t>
            </a:r>
          </a:p>
          <a:p>
            <a:r>
              <a:rPr dirty="0"/>
              <a:t>2. Name – Reg No.</a:t>
            </a:r>
          </a:p>
          <a:p>
            <a:r>
              <a:rPr dirty="0"/>
              <a:t>3. Name – Reg No.</a:t>
            </a:r>
          </a:p>
          <a:p>
            <a:r>
              <a:rPr dirty="0"/>
              <a:t>4. Name – Reg No.</a:t>
            </a:r>
            <a:endParaRPr lang="en-IN" dirty="0"/>
          </a:p>
          <a:p>
            <a:endParaRPr lang="en-IN" dirty="0"/>
          </a:p>
          <a:p>
            <a:r>
              <a:rPr lang="en-IN" dirty="0"/>
              <a:t>Team Number: ______</a:t>
            </a:r>
          </a:p>
          <a:p>
            <a:endParaRPr dirty="0"/>
          </a:p>
        </p:txBody>
      </p:sp>
      <p:pic>
        <p:nvPicPr>
          <p:cNvPr id="4" name="Picture 3" descr="1ebf939e-38c1-4044-bb92-b6712d24ad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611" y="91440"/>
            <a:ext cx="5332778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 background, problem importance, motivation, industry/technology/policy drivers.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4–8</a:t>
            </a:r>
            <a:r>
              <a:t> key papers grouped by theme. Include method, dataset, results, and limitations.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2–3 precise gaps identified from literature.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crisp problem statement. Define scope boundaries.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3–5 measurable objectives.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Proposed Methodology /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block diagram or flowchart of the full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Algorithms, datasets, software, hardware, platforms.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Prototype/model/result and performance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Relevance</a:t>
            </a:r>
            <a:r>
              <a:rPr lang="en-US"/>
              <a:t>[Optional]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Use-case, sector alignment, partners/MoUs if applicable.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Semester-wise plan, milestones, deliverables.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Member-wise responsibilities and modules.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2FE9B-9231-7A5C-05BE-E14A0C35E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585FE-B062-C6C7-1759-308248752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892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AAF4-337D-FFC3-CF45-4FECBD9E1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Timeline &amp; action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7718-0AF3-E149-0A78-860E3C239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629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IEEE-format references matching citations.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179</Words>
  <Application>Microsoft Office PowerPoint</Application>
  <PresentationFormat>On-screen Show (4:3)</PresentationFormat>
  <Paragraphs>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Project Title</vt:lpstr>
      <vt:lpstr>Introduction &amp; Motivation</vt:lpstr>
      <vt:lpstr>Literature Review</vt:lpstr>
      <vt:lpstr>Research Gap</vt:lpstr>
      <vt:lpstr>Problem Statement</vt:lpstr>
      <vt:lpstr>Objectives</vt:lpstr>
      <vt:lpstr>Proposed Methodology / Framework</vt:lpstr>
      <vt:lpstr>Techniques &amp; Tools</vt:lpstr>
      <vt:lpstr>Expected Outcomes</vt:lpstr>
      <vt:lpstr>Industry Relevance[Optional]</vt:lpstr>
      <vt:lpstr>Timeline</vt:lpstr>
      <vt:lpstr>Team Roles</vt:lpstr>
      <vt:lpstr>Results</vt:lpstr>
      <vt:lpstr>Timeline &amp; action plans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aryav</dc:creator>
  <cp:keywords/>
  <dc:description>generated using python-pptx</dc:description>
  <cp:lastModifiedBy>Arya V</cp:lastModifiedBy>
  <cp:revision>10</cp:revision>
  <dcterms:created xsi:type="dcterms:W3CDTF">2013-01-27T09:14:16Z</dcterms:created>
  <dcterms:modified xsi:type="dcterms:W3CDTF">2026-08-16T03:38:18Z</dcterms:modified>
  <cp:category/>
</cp:coreProperties>
</file>